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418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D2FF"/>
                </a:solidFill>
              </a:defRPr>
            </a:pPr>
            <a:r>
              <a:t>基于AI规则引擎的</a:t>
            </a:r>
            <a:br/>
            <a:r>
              <a:t>内部存货交易未实现利润自动抵消系统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418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896A8"/>
                </a:solidFill>
              </a:defRPr>
            </a:pPr>
            <a:r>
              <a:t>DRP系统 T11 合并报表与一键出表 - 子模块</a:t>
            </a:r>
            <a:br/>
            <a:r>
              <a:t>2025级会计专硕 | 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项目背景与痛点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在集团型企业中，母子公司之间、子公司之间经常发生存货购销交易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按CAS33规定，编制合并报表时必须抵消内部交易产生的收入和未实现利润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传统手工抵消的四大痛点：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1. 工作量大：数十家主体、数百笔交易，Excel逐笔勾对耗时漫长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2. 易出错：顺流/逆流/平流抵消比例不同，连续编报期初滚调复杂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3. 追溯困难：审计时无法完整还原每笔抵消的计算过程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4. 监管脱节：国资委1号/2号文要求数据同源、凭证一穿到底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解决方案概述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本系统基于AI规则引擎，实现内部存货交易未实现利润的全自动抵消处理：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核心流程：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Excel上传 -&gt; 交易类型智能识别 -&gt; 未实现利润计算 -&gt; 抵消分录自动生成 -&gt; 导出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覆盖场景：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顺流交易(母-&gt;子) / 逆流交易(子-&gt;母) / 平流交易(子&lt;-&gt;子)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递延所得税自动计算 + 少数股东损益分摊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技术特点：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可配置JSON规则引擎，非硬编码；本地哈希链保证可追溯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V1.0基于Python+Streamlit，极简部署，一键运行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核心算法：未实现利润计算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核心公式：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未实现利润 = 销售收入 x 毛利率 x 未对外出售比例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三种计算场景：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场景A：期末全部未售 -&gt; 未实现利润 = 收入 - 成本（全额抵消）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场景B：期末部分售出 -&gt; 仅抵消未售出部分对应的利润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场景C：期末全部售出 -&gt; 利润已实现，无需抵消（自动跳过）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支持存货计价方法：个别计价法、先进先出法(FIFO)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示例：P-&gt;S销售100万(成本60万)，70%未售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-&gt; 毛利率=40%, 未实现利润=100万x40%x70%=28万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67788"/>
                </a:solidFill>
              </a:defRPr>
            </a:pPr>
            <a:r>
              <a:t>每笔交易的计算参数和中间结果均以JSON格式记录，完整可追溯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核心算法：抵消分录自动生成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系统预置三套分录模板（JSON可配置规则引擎）：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顺流交易（母-&gt;子）：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借：营业收入   贷：营业成本   贷：存货（未实现利润）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借：递延所得税资产   贷：所得税费用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未实现利润全部归母，不涉及少数股东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逆流交易（子-&gt;母）：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同上 + 借：少数股东权益   贷：少数股东损益（按持股比例分摊）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平流交易（子&lt;-&gt;子）：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与逆流同理，按销售方少数股东持股比例分摊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67788"/>
                </a:solidFill>
              </a:defRPr>
            </a:pPr>
            <a:r>
              <a:t>三套模板以JSON文件存储，新增抵消场景只需增加配置条目，无需修改代码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AI规则引擎设计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本系统的AI体现在三个层面：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1. 智能识别：基于股权关系图谱，自动判定每笔交易是顺流/逆流/平流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 算法：最近公共祖先(LCA)判定，O(1)复杂度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2. 规则驱动：抵消模板以JSON声明式规则存储，系统根据规则自动推导分录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 vs 传统硬编码：if trade_type==DOWN: ... （散落在代码各处）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3. 可扩展性：规则文件可被大模型读取。未来可通过自然语言指令让AI自动生成新规则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核心设计理念：会计逻辑与程序代码解耦，规则即配置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系统架构（V1.0）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+--------------------------------------------------+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|            Streamlit Web 界面                      |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|   文件上传  |  参数配置  |  结果展示  |  导出       |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+-------------------------+--------------------------+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        核心计算引擎 (Python)                        |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+----------+ +-----------+ +------------+          |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| 数据校验  | | 类型识别器 | | 利润计算器  |          |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+----------+ +-----------+ +------------+          |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+----------+ +-----------+                         |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| 分录生成  | | 日志记录器 |                         |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+----------+ +-----------+                         |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+-------------------------+--------------------------+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SQLite(计算日志)  +  JSON规则配置文件                |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+--------------------------------------------------+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技术栈: Python 3.11 + Streamlit + pandas + SQLite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部署: pip install -r requirements.txt -&gt; streamlit run app.py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可追溯性设计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每笔抵消分录生成时，系统同步输出JSON格式计算日志：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{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  elim_no: ELIM-202605-0003,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  input: {卖方, 买方, 收入, 成本, 数量, 结存},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  classification: {交易类型, 判定依据},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  calculation: {毛利率, 未售比例, 未实现利润},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  entries: [{科目, 方向, 金额}, ...],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  hash: sha256:...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}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哈希链机制：每笔分录哈希含上一笔哈希 -&gt; 类似区块链的简化版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未来扩展：hash字段预留区块链接口，对接T33无需修改核心逻辑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完整计算示例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场景：母公司P(持股S 80%)向S销售A产品100件，100万元，成本60万元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     S期末对外售出30件，剩余70件。所得税25%。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步骤1：交易类型识别 -&gt; 顺流交易（P是S的母公司）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步骤2：未实现利润计算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毛利率 = (100万-60万)/100万 = 40%    未售比例 = 70/100 = 70%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未实现利润 = 100万 x 40% x 70% = 28万元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步骤3：抵消分录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借：营业收入 700,000    贷：营业成本 420,000    贷：存货 280,000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借：递延所得税资产 70,000    贷：所得税费用 70,000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合并净利润影响：-21万元（归母）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V1.0交付范围 vs 未来扩展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V1.0（本课程交付）：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[x] Excel上传  [x] 三种交易类型  [x] 递延所得税  [x] 少数股东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[x] 抵消分录生成  [x] Excel/PDF导出  [x] 本地哈希日志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[x] 个别计价法+FIFO  [x] JSON规则引擎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V2.0+（未来扩展）：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[ ] 加权平均法  [ ] 存货跌价准备抵消  [ ] 连续编报滚调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[ ] Java+Spring Boot微服务  [ ] Vue 3前端  [ ] 国产数据库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[ ] 区块链存证(T33)  [ ] RESTful API对接T10/T05/T21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[ ] 多会计准则切换  [ ] 多用户权限管理  [ ] XBRL输出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策略：文档像大系统，实现像精巧Demo -- 缩实现，保专业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总结与展望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本系统的核心价值：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1. 解决了一个真实的会计难题：合并报表内部存货交易抵消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2. 用AI规则引擎替代硬编码，体现财务数智化设计思想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3. 完整覆盖顺流/逆流/平流 + 递延所得税 + 少数股东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4. 可追溯计算日志 + 哈希链，为穿透监管提供技术基础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课程收获：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通过AI协作完成从需求分析、系统设计到原型实现的完整流程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  体现了MPAcc培养目标：既懂会计又懂技术的复合型人才</a:t>
            </a: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CCD6E0"/>
                </a:solidFill>
              </a:defRPr>
            </a:pPr>
            <a:r>
              <a:t>下一步：进入系统编码实现阶段，让抵消分录真正跑起来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